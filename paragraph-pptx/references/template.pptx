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72" r:id="rId2"/>
  </p:sldMasterIdLst>
  <p:sldIdLst>
    <p:sldId id="256" r:id="rId3"/>
    <p:sldId id="347" r:id="rId4"/>
    <p:sldId id="298" r:id="rId5"/>
    <p:sldId id="304" r:id="rId6"/>
    <p:sldId id="300" r:id="rId7"/>
    <p:sldId id="302" r:id="rId8"/>
    <p:sldId id="301" r:id="rId9"/>
    <p:sldId id="30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343B2-B681-A740-BF5B-75C1F2020075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E2E-503A-814A-9328-5F55CDECDD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14786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343B2-B681-A740-BF5B-75C1F2020075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E2E-503A-814A-9328-5F55CDECDD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36851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343B2-B681-A740-BF5B-75C1F2020075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E2E-503A-814A-9328-5F55CDECDD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384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343B2-B681-A740-BF5B-75C1F2020075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E2E-503A-814A-9328-5F55CDECDD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5241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343B2-B681-A740-BF5B-75C1F2020075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E2E-503A-814A-9328-5F55CDECDD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26920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343B2-B681-A740-BF5B-75C1F2020075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E2E-503A-814A-9328-5F55CDECDD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12899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343B2-B681-A740-BF5B-75C1F2020075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E2E-503A-814A-9328-5F55CDECDD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0523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343B2-B681-A740-BF5B-75C1F2020075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E2E-503A-814A-9328-5F55CDECDD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7581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343B2-B681-A740-BF5B-75C1F2020075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E2E-503A-814A-9328-5F55CDECDD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0861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343B2-B681-A740-BF5B-75C1F2020075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E2E-503A-814A-9328-5F55CDECDD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63628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9343B2-B681-A740-BF5B-75C1F2020075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9F6E2E-503A-814A-9328-5F55CDECDD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41274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143000" y="2570163"/>
            <a:ext cx="6858000" cy="2387600"/>
          </a:xfrm>
        </p:spPr>
        <p:txBody>
          <a:bodyPr anchor="b">
            <a:noAutofit/>
          </a:bodyPr>
          <a:lstStyle>
            <a:lvl1pPr algn="l">
              <a:defRPr sz="3600" b="1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143000" y="5110166"/>
            <a:ext cx="6858000" cy="561975"/>
          </a:xfrm>
        </p:spPr>
        <p:txBody>
          <a:bodyPr>
            <a:noAutofit/>
          </a:bodyPr>
          <a:lstStyle>
            <a:lvl1pPr marL="0" indent="0" algn="l">
              <a:buNone/>
              <a:defRPr sz="270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143000" y="5740400"/>
            <a:ext cx="6858000" cy="469900"/>
          </a:xfrm>
        </p:spPr>
        <p:txBody>
          <a:bodyPr/>
          <a:lstStyle>
            <a:lvl1pPr marL="0" indent="0" algn="l">
              <a:buNone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 userDrawn="1"/>
        </p:nvCxnSpPr>
        <p:spPr>
          <a:xfrm flipV="1">
            <a:off x="0" y="5029200"/>
            <a:ext cx="9144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6315075" y="152402"/>
            <a:ext cx="2695576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5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142999" y="647700"/>
            <a:ext cx="6858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30122941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ラグラフスライ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419100" y="1016002"/>
            <a:ext cx="8324850" cy="938159"/>
          </a:xfrm>
        </p:spPr>
        <p:txBody>
          <a:bodyPr>
            <a:noAutofit/>
          </a:bodyPr>
          <a:lstStyle>
            <a:lvl1pPr>
              <a:defRPr sz="2700" b="1"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419100" y="2013155"/>
            <a:ext cx="8324850" cy="4572000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l"/>
              <a:defRPr>
                <a:solidFill>
                  <a:schemeClr val="bg1">
                    <a:lumMod val="10000"/>
                  </a:schemeClr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600075" marR="0" indent="-257175" algn="l" defTabSz="6858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>
              <a:defRPr>
                <a:solidFill>
                  <a:schemeClr val="bg1">
                    <a:lumMod val="10000"/>
                  </a:schemeClr>
                </a:solidFill>
              </a:defRPr>
            </a:lvl3pPr>
            <a:lvl4pPr>
              <a:defRPr>
                <a:solidFill>
                  <a:schemeClr val="bg1">
                    <a:lumMod val="10000"/>
                  </a:schemeClr>
                </a:solidFill>
              </a:defRPr>
            </a:lvl4pPr>
            <a:lvl5pPr>
              <a:defRPr>
                <a:solidFill>
                  <a:schemeClr val="bg1">
                    <a:lumMod val="10000"/>
                  </a:schemeClr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 dirty="0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157931" y="348226"/>
            <a:ext cx="8591550" cy="469900"/>
          </a:xfrm>
        </p:spPr>
        <p:txBody>
          <a:bodyPr/>
          <a:lstStyle>
            <a:lvl1pPr marL="0" indent="0">
              <a:buNone/>
              <a:defRPr b="0">
                <a:solidFill>
                  <a:schemeClr val="bg1">
                    <a:lumMod val="10000"/>
                  </a:schemeClr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342900" indent="0">
              <a:buNone/>
              <a:defRPr/>
            </a:lvl2pPr>
            <a:lvl3pPr marL="685800" indent="0">
              <a:buNone/>
              <a:defRPr/>
            </a:lvl3pPr>
            <a:lvl4pPr marL="1028700" indent="0">
              <a:buNone/>
              <a:defRPr/>
            </a:lvl4pPr>
            <a:lvl5pPr marL="13716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8620125" y="315650"/>
            <a:ext cx="465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86695743-78A6-41C5-8EC9-B94E39B9B94D}" type="slidenum">
              <a:rPr kumimoji="1" lang="ja-JP" altLang="en-US" sz="18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endParaRPr kumimoji="1" lang="ja-JP" altLang="en-US" sz="18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825500"/>
            <a:ext cx="9144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2244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ード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1BDCCCB-E9C8-4D26-151F-C27D8E130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45A41DC-519C-545C-260C-2900D2F5B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22100CA-DAC8-E297-C66B-9B0C4BE98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>
                <a:solidFill>
                  <a:sysClr val="windowText" lastClr="000000"/>
                </a:solidFill>
              </a:defRPr>
            </a:lvl1pPr>
          </a:lstStyle>
          <a:p>
            <a:fld id="{B71B92D0-3845-473E-8E13-C70357A36CF6}" type="slidenum">
              <a:rPr lang="ja-JP" altLang="en-US" smtClean="0"/>
              <a:pPr/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64459886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A5D2D1-69C0-47F9-B7C3-E73C7169D939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25604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9343B2-B681-A740-BF5B-75C1F2020075}" type="datetimeFigureOut">
              <a:rPr kumimoji="1" lang="ja-JP" altLang="en-US" smtClean="0"/>
              <a:t>2026/3/9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9F6E2E-503A-814A-9328-5F55CDECDD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8365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628650" y="365128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6286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3028950" y="6356353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6457950" y="635635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B92D0-3845-473E-8E13-C70357A36C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4464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3300" kern="1200">
          <a:solidFill>
            <a:schemeClr val="bg1">
              <a:lumMod val="10000"/>
            </a:schemeClr>
          </a:solidFill>
          <a:latin typeface="+mj-lt"/>
          <a:ea typeface="+mj-ea"/>
          <a:cs typeface="+mj-cs"/>
        </a:defRPr>
      </a:lvl1pPr>
    </p:titleStyle>
    <p:bodyStyle>
      <a:lvl1pPr marL="334566" indent="-334566" algn="l" defTabSz="685800" rtl="0" eaLnBrk="1" latinLnBrk="0" hangingPunct="1">
        <a:lnSpc>
          <a:spcPct val="110000"/>
        </a:lnSpc>
        <a:spcBef>
          <a:spcPts val="1350"/>
        </a:spcBef>
        <a:buClr>
          <a:schemeClr val="accent4"/>
        </a:buClr>
        <a:buFont typeface="Wingdings" panose="05000000000000000000" pitchFamily="2" charset="2"/>
        <a:buChar char="l"/>
        <a:defRPr kumimoji="1" sz="2100" b="1" kern="1200">
          <a:solidFill>
            <a:schemeClr val="bg1">
              <a:lumMod val="10000"/>
            </a:schemeClr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1pPr>
      <a:lvl2pPr marL="673894" indent="-330994" algn="l" defTabSz="6858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bg1">
              <a:lumMod val="10000"/>
            </a:schemeClr>
          </a:solidFill>
          <a:latin typeface="+mn-lt"/>
          <a:ea typeface="+mn-ea"/>
          <a:cs typeface="+mn-cs"/>
        </a:defRPr>
      </a:lvl2pPr>
      <a:lvl3pPr marL="939404" indent="-253604" algn="l" defTabSz="6858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500" kern="1200">
          <a:solidFill>
            <a:schemeClr val="bg1">
              <a:lumMod val="10000"/>
            </a:schemeClr>
          </a:solidFill>
          <a:latin typeface="+mn-lt"/>
          <a:ea typeface="+mn-ea"/>
          <a:cs typeface="+mn-cs"/>
        </a:defRPr>
      </a:lvl3pPr>
      <a:lvl4pPr marL="1279922" indent="-251222" algn="l" defTabSz="6858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350" kern="1200">
          <a:solidFill>
            <a:schemeClr val="bg1">
              <a:lumMod val="10000"/>
            </a:schemeClr>
          </a:solidFill>
          <a:latin typeface="+mn-lt"/>
          <a:ea typeface="+mn-ea"/>
          <a:cs typeface="+mn-cs"/>
        </a:defRPr>
      </a:lvl4pPr>
      <a:lvl5pPr marL="1613297" indent="-241697" algn="l" defTabSz="6858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350" kern="1200">
          <a:solidFill>
            <a:schemeClr val="bg1">
              <a:lumMod val="10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D6AA77D-D9FC-571D-DE4F-AACCD6D3D8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A7D9260-7744-EABE-E2C0-EF6E034060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2683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728B4A-F85F-13A3-7FDE-D4F0FB59B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AF048B-1F27-22A6-8804-100344996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A42D42B-46B8-6111-66D3-A32CB08B46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945515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E509-1F5F-44D7-895B-AADA5EB0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寸法や色は場合に応じて調整しましょう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A4200-D082-429B-A7B9-20EDE703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よく使う図形のパターン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00F27F-842D-4A09-9876-4F4D6FED49D4}"/>
              </a:ext>
            </a:extLst>
          </p:cNvPr>
          <p:cNvGrpSpPr/>
          <p:nvPr/>
        </p:nvGrpSpPr>
        <p:grpSpPr>
          <a:xfrm rot="3516666">
            <a:off x="812750" y="2997291"/>
            <a:ext cx="901481" cy="1175737"/>
            <a:chOff x="2664127" y="3374455"/>
            <a:chExt cx="1201975" cy="1567649"/>
          </a:xfrm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031DCB67-E3C0-40A6-82FC-F3A99614C50C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8F1F7A27-5455-4318-B9EB-F5DC2E371C8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CB4AB-8E74-474F-8F79-B603B9235B46}"/>
              </a:ext>
            </a:extLst>
          </p:cNvPr>
          <p:cNvGrpSpPr/>
          <p:nvPr/>
        </p:nvGrpSpPr>
        <p:grpSpPr>
          <a:xfrm>
            <a:off x="2822025" y="2697494"/>
            <a:ext cx="638925" cy="1650897"/>
            <a:chOff x="4004187" y="2684206"/>
            <a:chExt cx="851900" cy="2201196"/>
          </a:xfrm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77F25128-43F7-4D7B-A506-7861040EA63C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425DA271-AEFA-45AB-AD52-737DB7EF67C8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18" name="台形 17">
              <a:extLst>
                <a:ext uri="{FF2B5EF4-FFF2-40B4-BE49-F238E27FC236}">
                  <a16:creationId xmlns:a16="http://schemas.microsoft.com/office/drawing/2014/main" id="{0BE03671-A77A-4398-9395-69D34E2C8634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3DA5DF4-9734-4A8B-B3F2-EB432821614A}"/>
              </a:ext>
            </a:extLst>
          </p:cNvPr>
          <p:cNvGrpSpPr/>
          <p:nvPr/>
        </p:nvGrpSpPr>
        <p:grpSpPr>
          <a:xfrm>
            <a:off x="3947057" y="3264276"/>
            <a:ext cx="1769807" cy="1084118"/>
            <a:chOff x="4837472" y="2490841"/>
            <a:chExt cx="2359742" cy="1445491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61AF5DB-A2D8-495C-B795-7003573DFCCF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811F06F-2D36-4904-A2A9-7CD991856DA0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B12945-4562-4CBA-BD30-EF9F8726FCD9}"/>
              </a:ext>
            </a:extLst>
          </p:cNvPr>
          <p:cNvGrpSpPr/>
          <p:nvPr/>
        </p:nvGrpSpPr>
        <p:grpSpPr>
          <a:xfrm>
            <a:off x="2004605" y="2697496"/>
            <a:ext cx="630494" cy="1869358"/>
            <a:chOff x="7800489" y="2818451"/>
            <a:chExt cx="840658" cy="2492477"/>
          </a:xfrm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5972915F-3F25-4048-8F16-22D7D6656CA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FC3592AF-4DD9-481B-AE7D-C444443CA44E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</p:grp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692BBDB-6806-49B7-9241-7D2B547F185E}"/>
              </a:ext>
            </a:extLst>
          </p:cNvPr>
          <p:cNvCxnSpPr>
            <a:cxnSpLocks/>
          </p:cNvCxnSpPr>
          <p:nvPr/>
        </p:nvCxnSpPr>
        <p:spPr>
          <a:xfrm flipV="1">
            <a:off x="5599982" y="2870063"/>
            <a:ext cx="394335" cy="593924"/>
          </a:xfrm>
          <a:prstGeom prst="line">
            <a:avLst/>
          </a:prstGeom>
          <a:ln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602DA899-F613-4B35-A569-DACF6D76EEA5}"/>
              </a:ext>
            </a:extLst>
          </p:cNvPr>
          <p:cNvSpPr/>
          <p:nvPr/>
        </p:nvSpPr>
        <p:spPr>
          <a:xfrm>
            <a:off x="5873466" y="2447431"/>
            <a:ext cx="486000" cy="486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21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1</a:t>
            </a:r>
            <a:endParaRPr kumimoji="1" lang="ja-JP" altLang="en-US" sz="21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97239CB-D2F7-464C-85F9-58EE17B7D302}"/>
              </a:ext>
            </a:extLst>
          </p:cNvPr>
          <p:cNvGrpSpPr/>
          <p:nvPr/>
        </p:nvGrpSpPr>
        <p:grpSpPr>
          <a:xfrm>
            <a:off x="981089" y="4348392"/>
            <a:ext cx="703728" cy="630494"/>
            <a:chOff x="1572269" y="4816089"/>
            <a:chExt cx="938304" cy="840658"/>
          </a:xfrm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3B6F705D-F04B-4DBD-8C41-9BCBF909BE34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3076F6E7-0F39-40A8-B28D-938F6D40299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</p:grp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183F042-B05B-8313-D916-4D435BA05131}"/>
              </a:ext>
            </a:extLst>
          </p:cNvPr>
          <p:cNvSpPr/>
          <p:nvPr/>
        </p:nvSpPr>
        <p:spPr>
          <a:xfrm>
            <a:off x="942291" y="5621764"/>
            <a:ext cx="1035050" cy="151650"/>
          </a:xfrm>
          <a:custGeom>
            <a:avLst/>
            <a:gdLst>
              <a:gd name="csX0" fmla="*/ 0 w 1035050"/>
              <a:gd name="csY0" fmla="*/ 151650 h 151650"/>
              <a:gd name="csX1" fmla="*/ 1035049 w 1035050"/>
              <a:gd name="csY1" fmla="*/ 0 h 151650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035050" h="151650" extrusionOk="0">
                <a:moveTo>
                  <a:pt x="0" y="151650"/>
                </a:moveTo>
                <a:cubicBezTo>
                  <a:pt x="144541" y="164543"/>
                  <a:pt x="923860" y="31526"/>
                  <a:pt x="1035049" y="0"/>
                </a:cubicBezTo>
              </a:path>
            </a:pathLst>
          </a:custGeom>
          <a:noFill/>
          <a:ln cap="rnd">
            <a:solidFill>
              <a:schemeClr val="accent4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8" name="右大かっこ 7">
            <a:extLst>
              <a:ext uri="{FF2B5EF4-FFF2-40B4-BE49-F238E27FC236}">
                <a16:creationId xmlns:a16="http://schemas.microsoft.com/office/drawing/2014/main" id="{B56DB7F2-BBFC-B498-CF1C-E6E32288AFD5}"/>
              </a:ext>
            </a:extLst>
          </p:cNvPr>
          <p:cNvSpPr/>
          <p:nvPr/>
        </p:nvSpPr>
        <p:spPr>
          <a:xfrm>
            <a:off x="8156414" y="3429000"/>
            <a:ext cx="56906" cy="1608477"/>
          </a:xfrm>
          <a:custGeom>
            <a:avLst/>
            <a:gdLst>
              <a:gd name="csX0" fmla="*/ 0 w 56906"/>
              <a:gd name="csY0" fmla="*/ 0 h 1608477"/>
              <a:gd name="csX1" fmla="*/ 56906 w 56906"/>
              <a:gd name="csY1" fmla="*/ 4742 h 1608477"/>
              <a:gd name="csX2" fmla="*/ 56906 w 56906"/>
              <a:gd name="csY2" fmla="*/ 1603735 h 1608477"/>
              <a:gd name="csX3" fmla="*/ 0 w 56906"/>
              <a:gd name="csY3" fmla="*/ 1608477 h 1608477"/>
              <a:gd name="csX4" fmla="*/ 0 w 56906"/>
              <a:gd name="csY4" fmla="*/ 0 h 1608477"/>
              <a:gd name="csX0" fmla="*/ 0 w 56906"/>
              <a:gd name="csY0" fmla="*/ 0 h 1608477"/>
              <a:gd name="csX1" fmla="*/ 56906 w 56906"/>
              <a:gd name="csY1" fmla="*/ 4742 h 1608477"/>
              <a:gd name="csX2" fmla="*/ 56906 w 56906"/>
              <a:gd name="csY2" fmla="*/ 1603735 h 1608477"/>
              <a:gd name="csX3" fmla="*/ 0 w 56906"/>
              <a:gd name="csY3" fmla="*/ 1608477 h 16084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6906" h="1608477" stroke="0" extrusionOk="0">
                <a:moveTo>
                  <a:pt x="0" y="0"/>
                </a:moveTo>
                <a:cubicBezTo>
                  <a:pt x="31476" y="38"/>
                  <a:pt x="56894" y="2166"/>
                  <a:pt x="56906" y="4742"/>
                </a:cubicBezTo>
                <a:cubicBezTo>
                  <a:pt x="-40241" y="326386"/>
                  <a:pt x="31302" y="981701"/>
                  <a:pt x="56906" y="1603735"/>
                </a:cubicBezTo>
                <a:cubicBezTo>
                  <a:pt x="53483" y="1604200"/>
                  <a:pt x="29530" y="1607001"/>
                  <a:pt x="0" y="1608477"/>
                </a:cubicBezTo>
                <a:cubicBezTo>
                  <a:pt x="91235" y="1015954"/>
                  <a:pt x="-38046" y="698731"/>
                  <a:pt x="0" y="0"/>
                </a:cubicBezTo>
                <a:close/>
              </a:path>
              <a:path w="56906" h="1608477" fill="none" extrusionOk="0">
                <a:moveTo>
                  <a:pt x="0" y="0"/>
                </a:moveTo>
                <a:cubicBezTo>
                  <a:pt x="31796" y="62"/>
                  <a:pt x="57021" y="2243"/>
                  <a:pt x="56906" y="4742"/>
                </a:cubicBezTo>
                <a:cubicBezTo>
                  <a:pt x="175807" y="245067"/>
                  <a:pt x="-61636" y="807552"/>
                  <a:pt x="56906" y="1603735"/>
                </a:cubicBezTo>
                <a:cubicBezTo>
                  <a:pt x="53579" y="1607458"/>
                  <a:pt x="33548" y="1608686"/>
                  <a:pt x="0" y="1608477"/>
                </a:cubicBezTo>
              </a:path>
              <a:path w="56906" h="1608477" fill="none" stroke="0" extrusionOk="0">
                <a:moveTo>
                  <a:pt x="0" y="0"/>
                </a:moveTo>
                <a:cubicBezTo>
                  <a:pt x="31468" y="-37"/>
                  <a:pt x="57040" y="2240"/>
                  <a:pt x="56906" y="4742"/>
                </a:cubicBezTo>
                <a:cubicBezTo>
                  <a:pt x="-7050" y="456320"/>
                  <a:pt x="121256" y="1358653"/>
                  <a:pt x="56906" y="1603735"/>
                </a:cubicBezTo>
                <a:cubicBezTo>
                  <a:pt x="58055" y="1606192"/>
                  <a:pt x="32751" y="1606501"/>
                  <a:pt x="0" y="1608477"/>
                </a:cubicBezTo>
              </a:path>
            </a:pathLst>
          </a:custGeom>
          <a:ln w="19050"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4D4D4D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9F5105-2867-CCBC-D635-B09EBEC74DE8}"/>
              </a:ext>
            </a:extLst>
          </p:cNvPr>
          <p:cNvSpPr txBox="1"/>
          <p:nvPr/>
        </p:nvSpPr>
        <p:spPr>
          <a:xfrm>
            <a:off x="6460048" y="3847683"/>
            <a:ext cx="1287011" cy="300082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5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 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何かの見出し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EFD584C9-55DF-601C-DC7A-86517FFDB48C}"/>
              </a:ext>
            </a:extLst>
          </p:cNvPr>
          <p:cNvSpPr/>
          <p:nvPr/>
        </p:nvSpPr>
        <p:spPr>
          <a:xfrm rot="2149832">
            <a:off x="924710" y="4874621"/>
            <a:ext cx="837161" cy="936326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0A2734DE-E047-CC2D-F3E2-E701DEBB69AE}"/>
              </a:ext>
            </a:extLst>
          </p:cNvPr>
          <p:cNvSpPr/>
          <p:nvPr/>
        </p:nvSpPr>
        <p:spPr>
          <a:xfrm>
            <a:off x="2793304" y="4840048"/>
            <a:ext cx="1348398" cy="844970"/>
          </a:xfrm>
          <a:custGeom>
            <a:avLst/>
            <a:gdLst>
              <a:gd name="csX0" fmla="*/ 0 w 1348398"/>
              <a:gd name="csY0" fmla="*/ 211243 h 844970"/>
              <a:gd name="csX1" fmla="*/ 925913 w 1348398"/>
              <a:gd name="csY1" fmla="*/ 211243 h 844970"/>
              <a:gd name="csX2" fmla="*/ 925913 w 1348398"/>
              <a:gd name="csY2" fmla="*/ 0 h 844970"/>
              <a:gd name="csX3" fmla="*/ 1348398 w 1348398"/>
              <a:gd name="csY3" fmla="*/ 422485 h 844970"/>
              <a:gd name="csX4" fmla="*/ 925913 w 1348398"/>
              <a:gd name="csY4" fmla="*/ 844970 h 844970"/>
              <a:gd name="csX5" fmla="*/ 925913 w 1348398"/>
              <a:gd name="csY5" fmla="*/ 633728 h 844970"/>
              <a:gd name="csX6" fmla="*/ 0 w 1348398"/>
              <a:gd name="csY6" fmla="*/ 633728 h 844970"/>
              <a:gd name="csX7" fmla="*/ 0 w 1348398"/>
              <a:gd name="csY7" fmla="*/ 211243 h 8449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348398" h="844970" fill="none" extrusionOk="0">
                <a:moveTo>
                  <a:pt x="0" y="211243"/>
                </a:moveTo>
                <a:cubicBezTo>
                  <a:pt x="286701" y="243715"/>
                  <a:pt x="536046" y="215384"/>
                  <a:pt x="925913" y="211243"/>
                </a:cubicBezTo>
                <a:cubicBezTo>
                  <a:pt x="930792" y="134944"/>
                  <a:pt x="910942" y="67677"/>
                  <a:pt x="925913" y="0"/>
                </a:cubicBezTo>
                <a:cubicBezTo>
                  <a:pt x="954174" y="87228"/>
                  <a:pt x="1253769" y="269276"/>
                  <a:pt x="1348398" y="422485"/>
                </a:cubicBezTo>
                <a:cubicBezTo>
                  <a:pt x="1266718" y="503322"/>
                  <a:pt x="1013301" y="756219"/>
                  <a:pt x="925913" y="844970"/>
                </a:cubicBezTo>
                <a:cubicBezTo>
                  <a:pt x="918456" y="805704"/>
                  <a:pt x="935675" y="705659"/>
                  <a:pt x="925913" y="633728"/>
                </a:cubicBezTo>
                <a:cubicBezTo>
                  <a:pt x="472101" y="612089"/>
                  <a:pt x="350034" y="614840"/>
                  <a:pt x="0" y="633728"/>
                </a:cubicBezTo>
                <a:cubicBezTo>
                  <a:pt x="-2488" y="460049"/>
                  <a:pt x="27028" y="294793"/>
                  <a:pt x="0" y="211243"/>
                </a:cubicBezTo>
                <a:close/>
              </a:path>
              <a:path w="1348398" h="844970" stroke="0" extrusionOk="0">
                <a:moveTo>
                  <a:pt x="0" y="211243"/>
                </a:moveTo>
                <a:cubicBezTo>
                  <a:pt x="345931" y="249776"/>
                  <a:pt x="632778" y="260834"/>
                  <a:pt x="925913" y="211243"/>
                </a:cubicBezTo>
                <a:cubicBezTo>
                  <a:pt x="929067" y="176787"/>
                  <a:pt x="928422" y="44143"/>
                  <a:pt x="925913" y="0"/>
                </a:cubicBezTo>
                <a:cubicBezTo>
                  <a:pt x="1072676" y="92237"/>
                  <a:pt x="1230038" y="271180"/>
                  <a:pt x="1348398" y="422485"/>
                </a:cubicBezTo>
                <a:cubicBezTo>
                  <a:pt x="1217902" y="553551"/>
                  <a:pt x="1119276" y="679990"/>
                  <a:pt x="925913" y="844970"/>
                </a:cubicBezTo>
                <a:cubicBezTo>
                  <a:pt x="939529" y="813860"/>
                  <a:pt x="944153" y="684122"/>
                  <a:pt x="925913" y="633728"/>
                </a:cubicBezTo>
                <a:cubicBezTo>
                  <a:pt x="549162" y="551498"/>
                  <a:pt x="263362" y="574706"/>
                  <a:pt x="0" y="633728"/>
                </a:cubicBezTo>
                <a:cubicBezTo>
                  <a:pt x="10821" y="467970"/>
                  <a:pt x="-3944" y="321103"/>
                  <a:pt x="0" y="211243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6C0FD5AB-5B5F-7AA0-6FBC-206214218608}"/>
              </a:ext>
            </a:extLst>
          </p:cNvPr>
          <p:cNvSpPr/>
          <p:nvPr/>
        </p:nvSpPr>
        <p:spPr>
          <a:xfrm>
            <a:off x="396976" y="3090703"/>
            <a:ext cx="1843088" cy="415051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9366D17-C6F6-2F7E-0C8E-D7CA4265F094}"/>
              </a:ext>
            </a:extLst>
          </p:cNvPr>
          <p:cNvGrpSpPr/>
          <p:nvPr/>
        </p:nvGrpSpPr>
        <p:grpSpPr>
          <a:xfrm>
            <a:off x="5776483" y="4631135"/>
            <a:ext cx="649892" cy="692359"/>
            <a:chOff x="5897144" y="3284788"/>
            <a:chExt cx="866523" cy="923145"/>
          </a:xfrm>
        </p:grpSpPr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28A1380-4083-A4AF-A9AF-53345AAABDF1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F60FF85-8B94-7CA7-28BD-EE9A8905975E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C44C3672-6F4A-8A28-B2E1-FDAAD4B9653C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21E955EA-67B5-7ECC-CB8F-3C3E4686AE8A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DF494D2-1DAE-AEB3-A146-38DB5558CB4C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90791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2966E-E008-9DDC-DD95-31FEDECDAB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良く使う図形パターン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29108725-9831-27F9-3FD3-71FC27129266}"/>
              </a:ext>
            </a:extLst>
          </p:cNvPr>
          <p:cNvGrpSpPr/>
          <p:nvPr/>
        </p:nvGrpSpPr>
        <p:grpSpPr>
          <a:xfrm>
            <a:off x="462013" y="1868451"/>
            <a:ext cx="4899842" cy="3727277"/>
            <a:chOff x="0" y="1396394"/>
            <a:chExt cx="6533122" cy="4969702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A0811D00-B639-7D58-D363-8290AD29E62C}"/>
                </a:ext>
              </a:extLst>
            </p:cNvPr>
            <p:cNvSpPr/>
            <p:nvPr/>
          </p:nvSpPr>
          <p:spPr>
            <a:xfrm>
              <a:off x="2173905" y="13963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CEE3C2FA-C4E2-9188-98AB-D6750654E01E}"/>
                </a:ext>
              </a:extLst>
            </p:cNvPr>
            <p:cNvSpPr txBox="1"/>
            <p:nvPr/>
          </p:nvSpPr>
          <p:spPr>
            <a:xfrm>
              <a:off x="2139601" y="1944955"/>
              <a:ext cx="2396691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①</a:t>
              </a:r>
              <a:endParaRPr kumimoji="1" lang="en-US" altLang="ja-JP" sz="21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ひとつめ</a:t>
              </a:r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600B182-1E03-FE3F-38CF-BE77E0F38AC6}"/>
                </a:ext>
              </a:extLst>
            </p:cNvPr>
            <p:cNvSpPr/>
            <p:nvPr/>
          </p:nvSpPr>
          <p:spPr>
            <a:xfrm>
              <a:off x="815779" y="36664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0636C0C-4196-FBC8-E6B1-2A2B6B9C99B7}"/>
                </a:ext>
              </a:extLst>
            </p:cNvPr>
            <p:cNvSpPr txBox="1"/>
            <p:nvPr/>
          </p:nvSpPr>
          <p:spPr>
            <a:xfrm>
              <a:off x="733433" y="4231597"/>
              <a:ext cx="2396691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③</a:t>
              </a:r>
              <a:endParaRPr kumimoji="1" lang="en-US" altLang="ja-JP" sz="21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みっつめ</a:t>
              </a: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11B58024-0DF9-700C-3393-339C7F03622C}"/>
                </a:ext>
              </a:extLst>
            </p:cNvPr>
            <p:cNvSpPr/>
            <p:nvPr/>
          </p:nvSpPr>
          <p:spPr>
            <a:xfrm>
              <a:off x="3565643" y="36537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E243A9B-ED86-339C-E2EB-EFDFA00CF9EF}"/>
                </a:ext>
              </a:extLst>
            </p:cNvPr>
            <p:cNvSpPr txBox="1"/>
            <p:nvPr/>
          </p:nvSpPr>
          <p:spPr>
            <a:xfrm>
              <a:off x="3511913" y="4222775"/>
              <a:ext cx="2396691" cy="98488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➁</a:t>
              </a:r>
              <a:endParaRPr kumimoji="1" lang="en-US" altLang="ja-JP" sz="21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2100" b="1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ふたつめ</a:t>
              </a: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27510278-8BCC-2772-B7D4-6900CC651828}"/>
                </a:ext>
              </a:extLst>
            </p:cNvPr>
            <p:cNvGrpSpPr/>
            <p:nvPr/>
          </p:nvGrpSpPr>
          <p:grpSpPr>
            <a:xfrm flipV="1">
              <a:off x="4488250" y="2706875"/>
              <a:ext cx="800237" cy="959619"/>
              <a:chOff x="2664127" y="3374455"/>
              <a:chExt cx="1201975" cy="1567649"/>
            </a:xfrm>
          </p:grpSpPr>
          <p:sp>
            <p:nvSpPr>
              <p:cNvPr id="12" name="二等辺三角形 11">
                <a:extLst>
                  <a:ext uri="{FF2B5EF4-FFF2-40B4-BE49-F238E27FC236}">
                    <a16:creationId xmlns:a16="http://schemas.microsoft.com/office/drawing/2014/main" id="{88C38720-FF04-C2D5-1BFB-D6E04C389897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Segoe UI"/>
                  <a:ea typeface="游ゴシック Medium"/>
                  <a:cs typeface="+mn-cs"/>
                </a:endParaRPr>
              </a:p>
            </p:txBody>
          </p:sp>
          <p:sp>
            <p:nvSpPr>
              <p:cNvPr id="13" name="フリーフォーム: 図形 12">
                <a:extLst>
                  <a:ext uri="{FF2B5EF4-FFF2-40B4-BE49-F238E27FC236}">
                    <a16:creationId xmlns:a16="http://schemas.microsoft.com/office/drawing/2014/main" id="{DCA25AA5-6EC2-3A91-C987-1FA6D6720F6A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Segoe UI"/>
                  <a:ea typeface="游ゴシック Medium"/>
                  <a:cs typeface="+mn-cs"/>
                </a:endParaRPr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39545FA0-67FF-9A70-C888-13A69A398782}"/>
                </a:ext>
              </a:extLst>
            </p:cNvPr>
            <p:cNvGrpSpPr/>
            <p:nvPr/>
          </p:nvGrpSpPr>
          <p:grpSpPr>
            <a:xfrm rot="7241964" flipV="1">
              <a:off x="2843255" y="5233792"/>
              <a:ext cx="800237" cy="959619"/>
              <a:chOff x="2664127" y="3374455"/>
              <a:chExt cx="1201975" cy="1567649"/>
            </a:xfrm>
          </p:grpSpPr>
          <p:sp>
            <p:nvSpPr>
              <p:cNvPr id="15" name="二等辺三角形 14">
                <a:extLst>
                  <a:ext uri="{FF2B5EF4-FFF2-40B4-BE49-F238E27FC236}">
                    <a16:creationId xmlns:a16="http://schemas.microsoft.com/office/drawing/2014/main" id="{3767BD8E-FB78-2A44-9179-41A94C34D17A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Segoe UI"/>
                  <a:ea typeface="游ゴシック Medium"/>
                  <a:cs typeface="+mn-cs"/>
                </a:endParaRPr>
              </a:p>
            </p:txBody>
          </p:sp>
          <p:sp>
            <p:nvSpPr>
              <p:cNvPr id="16" name="フリーフォーム: 図形 15">
                <a:extLst>
                  <a:ext uri="{FF2B5EF4-FFF2-40B4-BE49-F238E27FC236}">
                    <a16:creationId xmlns:a16="http://schemas.microsoft.com/office/drawing/2014/main" id="{55A6798D-20C7-E00B-7A02-153B6F17D077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Segoe UI"/>
                  <a:ea typeface="游ゴシック Medium"/>
                  <a:cs typeface="+mn-cs"/>
                </a:endParaRPr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1CC218CC-EEBC-1865-D9BB-837546C65874}"/>
                </a:ext>
              </a:extLst>
            </p:cNvPr>
            <p:cNvGrpSpPr/>
            <p:nvPr/>
          </p:nvGrpSpPr>
          <p:grpSpPr>
            <a:xfrm rot="14081671" flipV="1">
              <a:off x="1389673" y="2585074"/>
              <a:ext cx="800237" cy="959619"/>
              <a:chOff x="2664127" y="3374455"/>
              <a:chExt cx="1201975" cy="1567649"/>
            </a:xfrm>
          </p:grpSpPr>
          <p:sp>
            <p:nvSpPr>
              <p:cNvPr id="18" name="二等辺三角形 17">
                <a:extLst>
                  <a:ext uri="{FF2B5EF4-FFF2-40B4-BE49-F238E27FC236}">
                    <a16:creationId xmlns:a16="http://schemas.microsoft.com/office/drawing/2014/main" id="{F2F7520D-B9C9-EE46-43C0-1974C9EE110E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Segoe UI"/>
                  <a:ea typeface="游ゴシック Medium"/>
                  <a:cs typeface="+mn-cs"/>
                </a:endParaRPr>
              </a:p>
            </p:txBody>
          </p:sp>
          <p:sp>
            <p:nvSpPr>
              <p:cNvPr id="19" name="フリーフォーム: 図形 18">
                <a:extLst>
                  <a:ext uri="{FF2B5EF4-FFF2-40B4-BE49-F238E27FC236}">
                    <a16:creationId xmlns:a16="http://schemas.microsoft.com/office/drawing/2014/main" id="{91521E69-6981-7659-CD42-1242DA646433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ja-JP" altLang="en-US" sz="1350" b="0" i="0" u="none" strike="noStrike" kern="1200" cap="none" spc="0" normalizeH="0" baseline="0" noProof="0" dirty="0">
                  <a:ln>
                    <a:noFill/>
                  </a:ln>
                  <a:solidFill>
                    <a:srgbClr val="F8F8F8"/>
                  </a:solidFill>
                  <a:effectLst/>
                  <a:uLnTx/>
                  <a:uFillTx/>
                  <a:latin typeface="Segoe UI"/>
                  <a:ea typeface="游ゴシック Medium"/>
                  <a:cs typeface="+mn-cs"/>
                </a:endParaRPr>
              </a:p>
            </p:txBody>
          </p:sp>
        </p:grp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DBABD0C2-66B5-256B-4604-E348FEFAC56D}"/>
                </a:ext>
              </a:extLst>
            </p:cNvPr>
            <p:cNvSpPr txBox="1"/>
            <p:nvPr/>
          </p:nvSpPr>
          <p:spPr>
            <a:xfrm>
              <a:off x="4832339" y="2938238"/>
              <a:ext cx="1700783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3E9288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変化</a:t>
              </a:r>
              <a:endParaRPr kumimoji="1" lang="en-US" altLang="ja-JP" sz="15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D3D28F20-D312-FC56-A45A-9A9DD0F018F0}"/>
                </a:ext>
              </a:extLst>
            </p:cNvPr>
            <p:cNvSpPr txBox="1"/>
            <p:nvPr/>
          </p:nvSpPr>
          <p:spPr>
            <a:xfrm>
              <a:off x="2550709" y="5935209"/>
              <a:ext cx="170078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3E9288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変化</a:t>
              </a:r>
              <a:endParaRPr kumimoji="1" lang="en-US" altLang="ja-JP" sz="15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032857B8-91F1-CA95-91BD-24CB159AB079}"/>
                </a:ext>
              </a:extLst>
            </p:cNvPr>
            <p:cNvSpPr txBox="1"/>
            <p:nvPr/>
          </p:nvSpPr>
          <p:spPr>
            <a:xfrm>
              <a:off x="0" y="2983832"/>
              <a:ext cx="1700782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ja-JP" alt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3E9288"/>
                  </a:solidFill>
                  <a:effectLst/>
                  <a:uLnTx/>
                  <a:uFillTx/>
                  <a:latin typeface="游ゴシック" panose="020B0400000000000000" pitchFamily="50" charset="-128"/>
                  <a:ea typeface="游ゴシック" panose="020B0400000000000000" pitchFamily="50" charset="-128"/>
                  <a:cs typeface="+mn-cs"/>
                </a:rPr>
                <a:t>変化</a:t>
              </a:r>
              <a:endParaRPr kumimoji="1" lang="en-US" altLang="ja-JP" sz="15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endParaRPr>
            </a:p>
          </p:txBody>
        </p:sp>
      </p:grpSp>
      <p:sp>
        <p:nvSpPr>
          <p:cNvPr id="25" name="楕円 24">
            <a:extLst>
              <a:ext uri="{FF2B5EF4-FFF2-40B4-BE49-F238E27FC236}">
                <a16:creationId xmlns:a16="http://schemas.microsoft.com/office/drawing/2014/main" id="{FA69373F-043A-BD62-065E-9238200A2914}"/>
              </a:ext>
            </a:extLst>
          </p:cNvPr>
          <p:cNvSpPr/>
          <p:nvPr/>
        </p:nvSpPr>
        <p:spPr>
          <a:xfrm>
            <a:off x="5596991" y="2095696"/>
            <a:ext cx="242888" cy="242888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7A74F06-9B64-1B4A-43BA-C938BE525936}"/>
              </a:ext>
            </a:extLst>
          </p:cNvPr>
          <p:cNvSpPr/>
          <p:nvPr/>
        </p:nvSpPr>
        <p:spPr>
          <a:xfrm>
            <a:off x="6081113" y="2095584"/>
            <a:ext cx="243000" cy="243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4C8D84-DF1A-9E36-6B35-4F08C09A0AEE}"/>
              </a:ext>
            </a:extLst>
          </p:cNvPr>
          <p:cNvSpPr/>
          <p:nvPr/>
        </p:nvSpPr>
        <p:spPr>
          <a:xfrm>
            <a:off x="5797775" y="2481054"/>
            <a:ext cx="257175" cy="2499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7C0E608-BA74-F485-BAE3-702170BC32CC}"/>
              </a:ext>
            </a:extLst>
          </p:cNvPr>
          <p:cNvSpPr/>
          <p:nvPr/>
        </p:nvSpPr>
        <p:spPr>
          <a:xfrm>
            <a:off x="6396199" y="3152522"/>
            <a:ext cx="2176115" cy="927404"/>
          </a:xfrm>
          <a:custGeom>
            <a:avLst/>
            <a:gdLst>
              <a:gd name="csX0" fmla="*/ 0 w 2176115"/>
              <a:gd name="csY0" fmla="*/ 463702 h 927404"/>
              <a:gd name="csX1" fmla="*/ 1088058 w 2176115"/>
              <a:gd name="csY1" fmla="*/ 0 h 927404"/>
              <a:gd name="csX2" fmla="*/ 2176116 w 2176115"/>
              <a:gd name="csY2" fmla="*/ 463702 h 927404"/>
              <a:gd name="csX3" fmla="*/ 1088058 w 2176115"/>
              <a:gd name="csY3" fmla="*/ 927404 h 927404"/>
              <a:gd name="csX4" fmla="*/ 0 w 2176115"/>
              <a:gd name="csY4" fmla="*/ 463702 h 9274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176115" h="927404" fill="none" extrusionOk="0">
                <a:moveTo>
                  <a:pt x="0" y="463702"/>
                </a:moveTo>
                <a:cubicBezTo>
                  <a:pt x="10184" y="197926"/>
                  <a:pt x="527046" y="2633"/>
                  <a:pt x="1088058" y="0"/>
                </a:cubicBezTo>
                <a:cubicBezTo>
                  <a:pt x="1708314" y="33055"/>
                  <a:pt x="2131398" y="206645"/>
                  <a:pt x="2176116" y="463702"/>
                </a:cubicBezTo>
                <a:cubicBezTo>
                  <a:pt x="2246792" y="730047"/>
                  <a:pt x="1642472" y="906181"/>
                  <a:pt x="1088058" y="927404"/>
                </a:cubicBezTo>
                <a:cubicBezTo>
                  <a:pt x="454062" y="937275"/>
                  <a:pt x="25561" y="685147"/>
                  <a:pt x="0" y="463702"/>
                </a:cubicBezTo>
                <a:close/>
              </a:path>
              <a:path w="2176115" h="927404" stroke="0" extrusionOk="0">
                <a:moveTo>
                  <a:pt x="0" y="463702"/>
                </a:moveTo>
                <a:cubicBezTo>
                  <a:pt x="-3983" y="214594"/>
                  <a:pt x="422816" y="-26562"/>
                  <a:pt x="1088058" y="0"/>
                </a:cubicBezTo>
                <a:cubicBezTo>
                  <a:pt x="1697824" y="-1306"/>
                  <a:pt x="2168666" y="221174"/>
                  <a:pt x="2176116" y="463702"/>
                </a:cubicBezTo>
                <a:cubicBezTo>
                  <a:pt x="2128441" y="735732"/>
                  <a:pt x="1669498" y="950437"/>
                  <a:pt x="1088058" y="927404"/>
                </a:cubicBezTo>
                <a:cubicBezTo>
                  <a:pt x="509018" y="913246"/>
                  <a:pt x="-41693" y="729362"/>
                  <a:pt x="0" y="463702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1994F12-90A6-E96A-5BE6-5E9F08D17B74}"/>
              </a:ext>
            </a:extLst>
          </p:cNvPr>
          <p:cNvSpPr/>
          <p:nvPr/>
        </p:nvSpPr>
        <p:spPr>
          <a:xfrm>
            <a:off x="7138940" y="2033109"/>
            <a:ext cx="1676345" cy="1632956"/>
          </a:xfrm>
          <a:custGeom>
            <a:avLst/>
            <a:gdLst>
              <a:gd name="csX0" fmla="*/ 0 w 1676345"/>
              <a:gd name="csY0" fmla="*/ 816478 h 1632956"/>
              <a:gd name="csX1" fmla="*/ 838173 w 1676345"/>
              <a:gd name="csY1" fmla="*/ 0 h 1632956"/>
              <a:gd name="csX2" fmla="*/ 1676346 w 1676345"/>
              <a:gd name="csY2" fmla="*/ 816478 h 1632956"/>
              <a:gd name="csX3" fmla="*/ 838173 w 1676345"/>
              <a:gd name="csY3" fmla="*/ 1632956 h 1632956"/>
              <a:gd name="csX4" fmla="*/ 0 w 1676345"/>
              <a:gd name="csY4" fmla="*/ 816478 h 16329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676345" h="1632956" fill="none" extrusionOk="0">
                <a:moveTo>
                  <a:pt x="0" y="816478"/>
                </a:moveTo>
                <a:cubicBezTo>
                  <a:pt x="-69627" y="377976"/>
                  <a:pt x="366559" y="24102"/>
                  <a:pt x="838173" y="0"/>
                </a:cubicBezTo>
                <a:cubicBezTo>
                  <a:pt x="1252314" y="-18257"/>
                  <a:pt x="1735105" y="394409"/>
                  <a:pt x="1676346" y="816478"/>
                </a:cubicBezTo>
                <a:cubicBezTo>
                  <a:pt x="1706742" y="1190164"/>
                  <a:pt x="1310501" y="1647323"/>
                  <a:pt x="838173" y="1632956"/>
                </a:cubicBezTo>
                <a:cubicBezTo>
                  <a:pt x="382189" y="1639139"/>
                  <a:pt x="26598" y="1255165"/>
                  <a:pt x="0" y="816478"/>
                </a:cubicBezTo>
                <a:close/>
              </a:path>
              <a:path w="1676345" h="1632956" stroke="0" extrusionOk="0">
                <a:moveTo>
                  <a:pt x="0" y="816478"/>
                </a:moveTo>
                <a:cubicBezTo>
                  <a:pt x="43097" y="434594"/>
                  <a:pt x="375558" y="-31622"/>
                  <a:pt x="838173" y="0"/>
                </a:cubicBezTo>
                <a:cubicBezTo>
                  <a:pt x="1315332" y="68459"/>
                  <a:pt x="1668800" y="360351"/>
                  <a:pt x="1676346" y="816478"/>
                </a:cubicBezTo>
                <a:cubicBezTo>
                  <a:pt x="1681582" y="1228186"/>
                  <a:pt x="1299484" y="1577124"/>
                  <a:pt x="838173" y="1632956"/>
                </a:cubicBezTo>
                <a:cubicBezTo>
                  <a:pt x="392246" y="1546931"/>
                  <a:pt x="13732" y="1209490"/>
                  <a:pt x="0" y="816478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sz="135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 </a:t>
            </a: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何か</a:t>
            </a:r>
            <a:endParaRPr kumimoji="1" lang="en-US" altLang="ja-JP" sz="2100" b="1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游ゴシック" panose="020B0400000000000000" pitchFamily="50" charset="-128"/>
              <a:ea typeface="游ゴシック" panose="020B0400000000000000" pitchFamily="50" charset="-128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游ゴシック Medium"/>
                <a:ea typeface="游ゴシック Medium"/>
                <a:cs typeface="+mn-cs"/>
              </a:rPr>
              <a:t>メッセージ</a:t>
            </a:r>
            <a:endParaRPr kumimoji="1" lang="ja-JP" altLang="en-US" sz="90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游ゴシック Medium"/>
              <a:ea typeface="游ゴシック Medium"/>
              <a:cs typeface="+mn-cs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369ACC-5757-B80B-61BF-EC839E501C38}"/>
              </a:ext>
            </a:extLst>
          </p:cNvPr>
          <p:cNvSpPr/>
          <p:nvPr/>
        </p:nvSpPr>
        <p:spPr>
          <a:xfrm rot="20169432">
            <a:off x="6596685" y="3484757"/>
            <a:ext cx="2370024" cy="125566"/>
          </a:xfrm>
          <a:custGeom>
            <a:avLst/>
            <a:gdLst>
              <a:gd name="csX0" fmla="*/ 0 w 2370024"/>
              <a:gd name="csY0" fmla="*/ 0 h 125566"/>
              <a:gd name="csX1" fmla="*/ 2370024 w 2370024"/>
              <a:gd name="csY1" fmla="*/ 0 h 125566"/>
              <a:gd name="csX2" fmla="*/ 2370024 w 2370024"/>
              <a:gd name="csY2" fmla="*/ 125566 h 125566"/>
              <a:gd name="csX3" fmla="*/ 0 w 2370024"/>
              <a:gd name="csY3" fmla="*/ 125566 h 125566"/>
              <a:gd name="csX4" fmla="*/ 0 w 2370024"/>
              <a:gd name="csY4" fmla="*/ 0 h 12556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2370024" h="125566" fill="none" extrusionOk="0">
                <a:moveTo>
                  <a:pt x="0" y="0"/>
                </a:moveTo>
                <a:cubicBezTo>
                  <a:pt x="548887" y="-130857"/>
                  <a:pt x="1932390" y="63250"/>
                  <a:pt x="2370024" y="0"/>
                </a:cubicBezTo>
                <a:cubicBezTo>
                  <a:pt x="2374645" y="38233"/>
                  <a:pt x="2358942" y="69957"/>
                  <a:pt x="2370024" y="125566"/>
                </a:cubicBezTo>
                <a:cubicBezTo>
                  <a:pt x="1849632" y="180230"/>
                  <a:pt x="704136" y="173668"/>
                  <a:pt x="0" y="125566"/>
                </a:cubicBezTo>
                <a:cubicBezTo>
                  <a:pt x="-6965" y="80922"/>
                  <a:pt x="712" y="62132"/>
                  <a:pt x="0" y="0"/>
                </a:cubicBezTo>
                <a:close/>
              </a:path>
              <a:path w="2370024" h="125566" stroke="0" extrusionOk="0">
                <a:moveTo>
                  <a:pt x="0" y="0"/>
                </a:moveTo>
                <a:cubicBezTo>
                  <a:pt x="794215" y="93023"/>
                  <a:pt x="1493699" y="111448"/>
                  <a:pt x="2370024" y="0"/>
                </a:cubicBezTo>
                <a:cubicBezTo>
                  <a:pt x="2371321" y="12678"/>
                  <a:pt x="2373682" y="106458"/>
                  <a:pt x="2370024" y="125566"/>
                </a:cubicBezTo>
                <a:cubicBezTo>
                  <a:pt x="2076612" y="123682"/>
                  <a:pt x="1139609" y="201697"/>
                  <a:pt x="0" y="125566"/>
                </a:cubicBezTo>
                <a:cubicBezTo>
                  <a:pt x="-7492" y="65998"/>
                  <a:pt x="-9268" y="30243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31" name="十字形 30">
            <a:extLst>
              <a:ext uri="{FF2B5EF4-FFF2-40B4-BE49-F238E27FC236}">
                <a16:creationId xmlns:a16="http://schemas.microsoft.com/office/drawing/2014/main" id="{AE6B2308-93E3-CE3B-D6A4-F65B8B44608F}"/>
              </a:ext>
            </a:extLst>
          </p:cNvPr>
          <p:cNvSpPr/>
          <p:nvPr/>
        </p:nvSpPr>
        <p:spPr>
          <a:xfrm rot="2590055">
            <a:off x="6199443" y="4167046"/>
            <a:ext cx="1402289" cy="1414913"/>
          </a:xfrm>
          <a:custGeom>
            <a:avLst/>
            <a:gdLst>
              <a:gd name="csX0" fmla="*/ 0 w 1402289"/>
              <a:gd name="csY0" fmla="*/ 653761 h 1414913"/>
              <a:gd name="csX1" fmla="*/ 653761 w 1402289"/>
              <a:gd name="csY1" fmla="*/ 653761 h 1414913"/>
              <a:gd name="csX2" fmla="*/ 653761 w 1402289"/>
              <a:gd name="csY2" fmla="*/ 0 h 1414913"/>
              <a:gd name="csX3" fmla="*/ 748528 w 1402289"/>
              <a:gd name="csY3" fmla="*/ 0 h 1414913"/>
              <a:gd name="csX4" fmla="*/ 748528 w 1402289"/>
              <a:gd name="csY4" fmla="*/ 653761 h 1414913"/>
              <a:gd name="csX5" fmla="*/ 1402289 w 1402289"/>
              <a:gd name="csY5" fmla="*/ 653761 h 1414913"/>
              <a:gd name="csX6" fmla="*/ 1402289 w 1402289"/>
              <a:gd name="csY6" fmla="*/ 761152 h 1414913"/>
              <a:gd name="csX7" fmla="*/ 748528 w 1402289"/>
              <a:gd name="csY7" fmla="*/ 761152 h 1414913"/>
              <a:gd name="csX8" fmla="*/ 748528 w 1402289"/>
              <a:gd name="csY8" fmla="*/ 1414913 h 1414913"/>
              <a:gd name="csX9" fmla="*/ 653761 w 1402289"/>
              <a:gd name="csY9" fmla="*/ 1414913 h 1414913"/>
              <a:gd name="csX10" fmla="*/ 653761 w 1402289"/>
              <a:gd name="csY10" fmla="*/ 761152 h 1414913"/>
              <a:gd name="csX11" fmla="*/ 0 w 1402289"/>
              <a:gd name="csY11" fmla="*/ 761152 h 1414913"/>
              <a:gd name="csX12" fmla="*/ 0 w 1402289"/>
              <a:gd name="csY12" fmla="*/ 653761 h 141491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402289" h="1414913" fill="none" extrusionOk="0">
                <a:moveTo>
                  <a:pt x="0" y="653761"/>
                </a:moveTo>
                <a:cubicBezTo>
                  <a:pt x="215294" y="641617"/>
                  <a:pt x="582324" y="630981"/>
                  <a:pt x="653761" y="653761"/>
                </a:cubicBezTo>
                <a:cubicBezTo>
                  <a:pt x="629203" y="504410"/>
                  <a:pt x="632010" y="144212"/>
                  <a:pt x="653761" y="0"/>
                </a:cubicBezTo>
                <a:cubicBezTo>
                  <a:pt x="699557" y="3142"/>
                  <a:pt x="708305" y="-2625"/>
                  <a:pt x="748528" y="0"/>
                </a:cubicBezTo>
                <a:cubicBezTo>
                  <a:pt x="722797" y="183791"/>
                  <a:pt x="806176" y="523566"/>
                  <a:pt x="748528" y="653761"/>
                </a:cubicBezTo>
                <a:cubicBezTo>
                  <a:pt x="957679" y="643537"/>
                  <a:pt x="1235098" y="699444"/>
                  <a:pt x="1402289" y="653761"/>
                </a:cubicBezTo>
                <a:cubicBezTo>
                  <a:pt x="1402752" y="677392"/>
                  <a:pt x="1397194" y="749182"/>
                  <a:pt x="1402289" y="761152"/>
                </a:cubicBezTo>
                <a:cubicBezTo>
                  <a:pt x="1276958" y="784594"/>
                  <a:pt x="882129" y="784598"/>
                  <a:pt x="748528" y="761152"/>
                </a:cubicBezTo>
                <a:cubicBezTo>
                  <a:pt x="726846" y="1030817"/>
                  <a:pt x="694367" y="1263887"/>
                  <a:pt x="748528" y="1414913"/>
                </a:cubicBezTo>
                <a:cubicBezTo>
                  <a:pt x="726957" y="1421088"/>
                  <a:pt x="677760" y="1416935"/>
                  <a:pt x="653761" y="1414913"/>
                </a:cubicBezTo>
                <a:cubicBezTo>
                  <a:pt x="623545" y="1108142"/>
                  <a:pt x="648492" y="930583"/>
                  <a:pt x="653761" y="761152"/>
                </a:cubicBezTo>
                <a:cubicBezTo>
                  <a:pt x="395578" y="817604"/>
                  <a:pt x="262810" y="804668"/>
                  <a:pt x="0" y="761152"/>
                </a:cubicBezTo>
                <a:cubicBezTo>
                  <a:pt x="-866" y="708927"/>
                  <a:pt x="-3926" y="697812"/>
                  <a:pt x="0" y="653761"/>
                </a:cubicBezTo>
                <a:close/>
              </a:path>
              <a:path w="1402289" h="1414913" stroke="0" extrusionOk="0">
                <a:moveTo>
                  <a:pt x="0" y="653761"/>
                </a:moveTo>
                <a:cubicBezTo>
                  <a:pt x="235142" y="610292"/>
                  <a:pt x="404244" y="631026"/>
                  <a:pt x="653761" y="653761"/>
                </a:cubicBezTo>
                <a:cubicBezTo>
                  <a:pt x="656985" y="345503"/>
                  <a:pt x="669790" y="174906"/>
                  <a:pt x="653761" y="0"/>
                </a:cubicBezTo>
                <a:cubicBezTo>
                  <a:pt x="668273" y="1435"/>
                  <a:pt x="704006" y="-2044"/>
                  <a:pt x="748528" y="0"/>
                </a:cubicBezTo>
                <a:cubicBezTo>
                  <a:pt x="761158" y="311535"/>
                  <a:pt x="778644" y="423315"/>
                  <a:pt x="748528" y="653761"/>
                </a:cubicBezTo>
                <a:cubicBezTo>
                  <a:pt x="824884" y="662939"/>
                  <a:pt x="1153076" y="710291"/>
                  <a:pt x="1402289" y="653761"/>
                </a:cubicBezTo>
                <a:cubicBezTo>
                  <a:pt x="1397980" y="695021"/>
                  <a:pt x="1397246" y="750377"/>
                  <a:pt x="1402289" y="761152"/>
                </a:cubicBezTo>
                <a:cubicBezTo>
                  <a:pt x="1145159" y="806332"/>
                  <a:pt x="845896" y="721455"/>
                  <a:pt x="748528" y="761152"/>
                </a:cubicBezTo>
                <a:cubicBezTo>
                  <a:pt x="743258" y="845491"/>
                  <a:pt x="744223" y="1157229"/>
                  <a:pt x="748528" y="1414913"/>
                </a:cubicBezTo>
                <a:cubicBezTo>
                  <a:pt x="716364" y="1414354"/>
                  <a:pt x="696207" y="1416369"/>
                  <a:pt x="653761" y="1414913"/>
                </a:cubicBezTo>
                <a:cubicBezTo>
                  <a:pt x="662043" y="1105515"/>
                  <a:pt x="624813" y="854938"/>
                  <a:pt x="653761" y="761152"/>
                </a:cubicBezTo>
                <a:cubicBezTo>
                  <a:pt x="499718" y="796257"/>
                  <a:pt x="285522" y="770329"/>
                  <a:pt x="0" y="761152"/>
                </a:cubicBezTo>
                <a:cubicBezTo>
                  <a:pt x="5825" y="710606"/>
                  <a:pt x="-5298" y="688361"/>
                  <a:pt x="0" y="653761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548D72B-CA5C-59FC-584F-E0EF5BBB25BA}"/>
              </a:ext>
            </a:extLst>
          </p:cNvPr>
          <p:cNvSpPr/>
          <p:nvPr/>
        </p:nvSpPr>
        <p:spPr>
          <a:xfrm>
            <a:off x="5318191" y="4451798"/>
            <a:ext cx="940115" cy="927404"/>
          </a:xfrm>
          <a:custGeom>
            <a:avLst/>
            <a:gdLst>
              <a:gd name="csX0" fmla="*/ 0 w 940115"/>
              <a:gd name="csY0" fmla="*/ 463702 h 927404"/>
              <a:gd name="csX1" fmla="*/ 470058 w 940115"/>
              <a:gd name="csY1" fmla="*/ 0 h 927404"/>
              <a:gd name="csX2" fmla="*/ 940116 w 940115"/>
              <a:gd name="csY2" fmla="*/ 463702 h 927404"/>
              <a:gd name="csX3" fmla="*/ 470058 w 940115"/>
              <a:gd name="csY3" fmla="*/ 927404 h 927404"/>
              <a:gd name="csX4" fmla="*/ 0 w 940115"/>
              <a:gd name="csY4" fmla="*/ 463702 h 9274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940115" h="927404" extrusionOk="0">
                <a:moveTo>
                  <a:pt x="0" y="463702"/>
                </a:moveTo>
                <a:cubicBezTo>
                  <a:pt x="10132" y="218484"/>
                  <a:pt x="186249" y="31381"/>
                  <a:pt x="470058" y="0"/>
                </a:cubicBezTo>
                <a:cubicBezTo>
                  <a:pt x="722927" y="-35914"/>
                  <a:pt x="933121" y="207297"/>
                  <a:pt x="940116" y="463702"/>
                </a:cubicBezTo>
                <a:cubicBezTo>
                  <a:pt x="946092" y="765325"/>
                  <a:pt x="742249" y="928816"/>
                  <a:pt x="470058" y="927404"/>
                </a:cubicBezTo>
                <a:cubicBezTo>
                  <a:pt x="212073" y="934612"/>
                  <a:pt x="6414" y="722401"/>
                  <a:pt x="0" y="463702"/>
                </a:cubicBezTo>
                <a:close/>
              </a:path>
            </a:pathLst>
          </a:custGeom>
          <a:noFill/>
          <a:ln w="76200">
            <a:solidFill>
              <a:schemeClr val="accent4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 dirty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31234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619251"/>
            <a:ext cx="8518423" cy="703619"/>
          </a:xfrm>
        </p:spPr>
        <p:txBody>
          <a:bodyPr/>
          <a:lstStyle/>
          <a:p>
            <a:r>
              <a:rPr lang="ja-JP" altLang="en-US" dirty="0"/>
              <a:t>３つあることが一目でわかる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353453" y="2353132"/>
            <a:ext cx="2737005" cy="3466643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3236033" y="2348085"/>
            <a:ext cx="2737005" cy="3466643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6098954" y="2353132"/>
            <a:ext cx="2737005" cy="3466643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398445" y="2362198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3268579" y="2360028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359775" y="2567529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3249834" y="2567529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カードの見出し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6152016" y="2360028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6111149" y="2567529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3524943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619251"/>
            <a:ext cx="8518423" cy="703619"/>
          </a:xfrm>
        </p:spPr>
        <p:txBody>
          <a:bodyPr/>
          <a:lstStyle/>
          <a:p>
            <a:r>
              <a:rPr lang="ja-JP" altLang="en-US" dirty="0"/>
              <a:t>順序関係がある場合は並列よりこちらが良い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カードのレイアウトテンプレートのアレンジ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353453" y="2353133"/>
            <a:ext cx="3250301" cy="2589501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2981624" y="2713108"/>
            <a:ext cx="3250301" cy="2595828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5609794" y="3079410"/>
            <a:ext cx="3250301" cy="2595828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398445" y="2362198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3014169" y="2725051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359775" y="2567529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2995425" y="2932552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カードの見出し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5662855" y="3086305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5621988" y="3293806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カードの見出し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F509DC-624C-49A3-87E6-BBEE33EDEF3D}"/>
              </a:ext>
            </a:extLst>
          </p:cNvPr>
          <p:cNvGrpSpPr/>
          <p:nvPr/>
        </p:nvGrpSpPr>
        <p:grpSpPr>
          <a:xfrm rot="19356426" flipV="1">
            <a:off x="3509116" y="2283640"/>
            <a:ext cx="478751" cy="711115"/>
            <a:chOff x="2664127" y="3374455"/>
            <a:chExt cx="1201975" cy="1567649"/>
          </a:xfrm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9EEC710F-D694-4533-BCFA-E134D0A9702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15C81248-34D7-4734-9365-7AF9C9D6CE4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2916356-7E2D-4DCC-AB30-31745E58C8A8}"/>
              </a:ext>
            </a:extLst>
          </p:cNvPr>
          <p:cNvGrpSpPr/>
          <p:nvPr/>
        </p:nvGrpSpPr>
        <p:grpSpPr>
          <a:xfrm rot="19356426" flipV="1">
            <a:off x="6132065" y="2622400"/>
            <a:ext cx="478751" cy="711115"/>
            <a:chOff x="2664127" y="3374455"/>
            <a:chExt cx="1201975" cy="1567649"/>
          </a:xfrm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87AD141-B943-4BC4-BD07-C571A6486C2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7964E781-5C13-4DB8-8006-A03F3223597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5325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619251"/>
            <a:ext cx="8518423" cy="703619"/>
          </a:xfrm>
        </p:spPr>
        <p:txBody>
          <a:bodyPr/>
          <a:lstStyle/>
          <a:p>
            <a:r>
              <a:rPr lang="ja-JP" altLang="en-US" dirty="0"/>
              <a:t>カードの間隔やアスペクト比は適宜調整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480657" y="2353133"/>
            <a:ext cx="4006257" cy="164552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525649" y="2362198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486980" y="2567529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カードの見出し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480657" y="4150592"/>
            <a:ext cx="4006257" cy="164552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525649" y="4159657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②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486980" y="4364989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カードの見出し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4650764" y="2353133"/>
            <a:ext cx="4006257" cy="164552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4695757" y="2362198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4657088" y="2567529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カードの見出し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4650764" y="4150592"/>
            <a:ext cx="4006257" cy="164552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4695757" y="4159657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4657088" y="4364989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838289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4650764" y="2353133"/>
            <a:ext cx="4006257" cy="164552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4650764" y="4150592"/>
            <a:ext cx="4006257" cy="164552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480657" y="4150592"/>
            <a:ext cx="4006257" cy="164552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480657" y="2353133"/>
            <a:ext cx="4006257" cy="164552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ja-JP" altLang="en-US" sz="1350" b="0" i="0" u="none" strike="noStrike" kern="1200" cap="none" spc="0" normalizeH="0" baseline="0" noProof="0">
              <a:ln>
                <a:noFill/>
              </a:ln>
              <a:solidFill>
                <a:srgbClr val="F8F8F8"/>
              </a:solidFill>
              <a:effectLst/>
              <a:uLnTx/>
              <a:uFillTx/>
              <a:latin typeface="Segoe UI"/>
              <a:ea typeface="游ゴシック Medium"/>
              <a:cs typeface="+mn-cs"/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" y="1619251"/>
            <a:ext cx="8518423" cy="703619"/>
          </a:xfrm>
        </p:spPr>
        <p:txBody>
          <a:bodyPr/>
          <a:lstStyle/>
          <a:p>
            <a:r>
              <a:rPr lang="ja-JP" altLang="en-US" dirty="0"/>
              <a:t>循環がある場合はこんな感じが良い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４カードのレイアウトテンプレートのアレンジ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525649" y="2362198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486980" y="2567529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カードの見出し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525649" y="4159657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②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486980" y="4364989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カードの見出し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4695757" y="2362198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4657088" y="2567529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カードの見出し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4695757" y="4159657"/>
            <a:ext cx="761747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</a:t>
            </a:r>
            <a:r>
              <a:rPr kumimoji="1" lang="ja-JP" altLang="en-US" sz="1350" b="1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4657088" y="4364989"/>
            <a:ext cx="206979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sz="2100" b="1" i="0" u="none" strike="noStrike" kern="1200" cap="none" spc="0" normalizeH="0" baseline="0" noProof="0" dirty="0">
                <a:ln>
                  <a:noFill/>
                </a:ln>
                <a:solidFill>
                  <a:srgbClr val="3E9288"/>
                </a:solidFill>
                <a:effectLst/>
                <a:uLnTx/>
                <a:uFillTx/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rPr>
              <a:t>カードの見出し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763E3EA-C838-48BF-92C8-FD155CD72C61}"/>
              </a:ext>
            </a:extLst>
          </p:cNvPr>
          <p:cNvGrpSpPr/>
          <p:nvPr/>
        </p:nvGrpSpPr>
        <p:grpSpPr>
          <a:xfrm>
            <a:off x="4472534" y="4651055"/>
            <a:ext cx="446446" cy="392416"/>
            <a:chOff x="1572269" y="4816089"/>
            <a:chExt cx="938304" cy="840658"/>
          </a:xfrm>
        </p:grpSpPr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857E573D-CBEA-4840-BB8D-12A43C05AF2C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5EF6E50A-F8C0-4A0B-828C-3A1574F01379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959377-C979-4DBC-91B0-EE8A4B495524}"/>
              </a:ext>
            </a:extLst>
          </p:cNvPr>
          <p:cNvGrpSpPr/>
          <p:nvPr/>
        </p:nvGrpSpPr>
        <p:grpSpPr>
          <a:xfrm rot="16200000">
            <a:off x="5153298" y="3746579"/>
            <a:ext cx="446446" cy="392416"/>
            <a:chOff x="1572269" y="4816089"/>
            <a:chExt cx="938304" cy="840658"/>
          </a:xfrm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D24E386F-2924-40CC-9E36-E7C432F87F6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1947CE4-9925-438C-87B9-4BD670E28BB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3F72FAD5-5227-424C-B040-A021696E413C}"/>
              </a:ext>
            </a:extLst>
          </p:cNvPr>
          <p:cNvGrpSpPr/>
          <p:nvPr/>
        </p:nvGrpSpPr>
        <p:grpSpPr>
          <a:xfrm rot="10800000">
            <a:off x="4216992" y="3165105"/>
            <a:ext cx="446446" cy="392416"/>
            <a:chOff x="1572269" y="4816089"/>
            <a:chExt cx="938304" cy="840658"/>
          </a:xfrm>
        </p:grpSpPr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CC9CF80C-33A0-4CD9-A492-0F5FE96D7E9F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64BB2E2-722B-44B5-98C5-2E999D1E52E1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F776DC2-B0C8-4C4B-870E-11E5094A648C}"/>
              </a:ext>
            </a:extLst>
          </p:cNvPr>
          <p:cNvGrpSpPr/>
          <p:nvPr/>
        </p:nvGrpSpPr>
        <p:grpSpPr>
          <a:xfrm rot="5400000">
            <a:off x="3599135" y="4017872"/>
            <a:ext cx="446446" cy="392416"/>
            <a:chOff x="1572269" y="4816089"/>
            <a:chExt cx="938304" cy="840658"/>
          </a:xfrm>
        </p:grpSpPr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B73EA7B5-2C86-4BC2-927B-676AE8EE2F83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394FB25-B87E-4AD3-80ED-6FD1473CADC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ja-JP" altLang="en-US" sz="1350" b="0" i="0" u="none" strike="noStrike" kern="1200" cap="none" spc="0" normalizeH="0" baseline="0" noProof="0" dirty="0">
                <a:ln>
                  <a:noFill/>
                </a:ln>
                <a:solidFill>
                  <a:srgbClr val="F8F8F8"/>
                </a:solidFill>
                <a:effectLst/>
                <a:uLnTx/>
                <a:uFillTx/>
                <a:latin typeface="Segoe UI"/>
                <a:ea typeface="游ゴシック Medium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41948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研究発表用テンプレート2022版.potx" id="{6306135A-614C-4776-A803-91994B10B76C}" vid="{3B8C9F31-E626-4709-A765-E9EDF381CB2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165</Words>
  <Application>Microsoft Macintosh PowerPoint</Application>
  <PresentationFormat>画面に合わせる (4:3)</PresentationFormat>
  <Paragraphs>52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2</vt:i4>
      </vt:variant>
      <vt:variant>
        <vt:lpstr>スライド タイトル</vt:lpstr>
      </vt:variant>
      <vt:variant>
        <vt:i4>8</vt:i4>
      </vt:variant>
    </vt:vector>
  </HeadingPairs>
  <TitlesOfParts>
    <vt:vector size="17" baseType="lpstr">
      <vt:lpstr>游ゴシック</vt:lpstr>
      <vt:lpstr>游ゴシック Medium</vt:lpstr>
      <vt:lpstr>Aptos</vt:lpstr>
      <vt:lpstr>Aptos Display</vt:lpstr>
      <vt:lpstr>Arial</vt:lpstr>
      <vt:lpstr>Segoe UI</vt:lpstr>
      <vt:lpstr>Wingdings</vt:lpstr>
      <vt:lpstr>Office テーマ</vt:lpstr>
      <vt:lpstr>研究発表スライドマスタ</vt:lpstr>
      <vt:lpstr>PowerPoint プレゼンテーション</vt:lpstr>
      <vt:lpstr>PowerPoint プレゼンテーション</vt:lpstr>
      <vt:lpstr>寸法や色は場合に応じて調整しましょう</vt:lpstr>
      <vt:lpstr>PowerPoint プレゼンテーション</vt:lpstr>
      <vt:lpstr>３つあることが一目でわかる</vt:lpstr>
      <vt:lpstr>順序関係がある場合は並列よりこちらが良い</vt:lpstr>
      <vt:lpstr>カードの間隔やアスペクト比は適宜調整</vt:lpstr>
      <vt:lpstr>循環がある場合はこんな感じが良い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yahagi ryouya</dc:creator>
  <cp:lastModifiedBy>yahagi ryouya</cp:lastModifiedBy>
  <cp:revision>1</cp:revision>
  <dcterms:created xsi:type="dcterms:W3CDTF">2026-03-09T11:25:52Z</dcterms:created>
  <dcterms:modified xsi:type="dcterms:W3CDTF">2026-03-09T11:28:06Z</dcterms:modified>
</cp:coreProperties>
</file>